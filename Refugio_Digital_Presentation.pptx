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(USD)</c:v>
                </c:pt>
              </c:strCache>
            </c:strRef>
          </c:tx>
          <c:spPr>
            <a:solidFill>
              <a:srgbClr val="2E5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M15</c:v>
                  </c:pt>
                  <c:pt idx="5">
                    <c:v>M18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6000</c:v>
                </c:pt>
                <c:pt idx="1">
                  <c:v>9600</c:v>
                </c:pt>
                <c:pt idx="2">
                  <c:v>14400</c:v>
                </c:pt>
                <c:pt idx="3">
                  <c:v>19200</c:v>
                </c:pt>
                <c:pt idx="4">
                  <c:v>24000</c:v>
                </c:pt>
                <c:pt idx="5">
                  <c:v>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 ·  TECHNOLOGY  ·  THE POOR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Refugio Digital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Last-Generation Tools for the Great Commission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replicable AI education model for children, adolescents, and youth in poor communities where Christ is not yet known.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«Let the little children come to Me, </a:t>
            </a:r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do not forbid them; for of such is the kingdom of heaven.»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Matthew 19:14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Socorro  ·  Elevon AI  ·  El Refugio del Rancho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crises meeting in one place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566160" cy="10972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unreached peoples live in regions where poverty is most severe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194560"/>
            <a:ext cx="3566160" cy="10972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poorest populations live in those same regions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194560"/>
            <a:ext cx="3566160" cy="10972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30–80%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2104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across unreached-people regions today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E5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two separate problems. They are one geography — and one opportunity for the Gospel.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an empty chair in missions.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Wycliffe / SIL Global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907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Bible translation with AI (Slingshot, Truffle). 541 languages still waiting.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Mission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39593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movement. Traditional businesses. Rarely AI-native.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54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Project / Frontier Ventures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17320" y="50109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strategy. 75% of users now outside North America.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CHAIR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2468880"/>
            <a:ext cx="5212080" cy="3840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2468880"/>
            <a:ext cx="137160" cy="384048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69748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is systematically equipping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76656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children, adolescents, and youth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76656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reached-recent communities with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76656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AI skills for economic agency,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76656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following a replicable blueprint.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766560" y="5715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chair is waiting to be filled.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Refugio Digital wherever the missionary already is.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Solar-powered, Starlink-connected learning centers that transform poor communities through genuine AI education — replicable anywhere in the world.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776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Integral Mission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real. Not a façade.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044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977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Missionary-Led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4904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missionary owns the site.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9776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Agency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2940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BAM: real income for new believers.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8116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9776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0976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 Open Now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50976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of 2026 won't wait.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convictions. One model. Infinite replication.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levels. One architecture.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72160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721608" cy="137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377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BLUEPRINT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kit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9144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9776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download. Any missionary can launch a Refugio Digital in 90 days. Curriculum, hardware guide, policies, legal templates.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53128" y="2103120"/>
            <a:ext cx="372160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53128" y="2103120"/>
            <a:ext cx="3721608" cy="137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23774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27448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27448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sites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27448" y="3794760"/>
            <a:ext cx="9144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27448" y="39776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that connect voluntarily. Mentorship, certification, quality standards, access to clients and grants. No franchise fees.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357616" y="2103120"/>
            <a:ext cx="372160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57616" y="2103120"/>
            <a:ext cx="3721608" cy="137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31936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16" y="23774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31936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8631936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prototype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631936" y="3794760"/>
            <a:ext cx="9144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31936" y="39776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operational site. Where lessons are learned, metrics generated, and the model refined. Transparent and documented.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as architect and author — not as operator of every site.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CURRICULUM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AI skills for the 2026 economy.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No-Code AI Agents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$50–$200/hr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Make, Lindy, MindStudio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210312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67528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$15–$50/hr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27448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Outlier, Mindrift, Sigma.AI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57616" y="210312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2016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Video Editing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272016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$60–$250/hr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631936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CapCut, Runway, DaVinci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 with AI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46304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$70–$200/hr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Lovable, Bolt, v0, Cursor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53128" y="429768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5720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Scripture &amp; Content AI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367528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727448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tools + local content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357616" y="429768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45720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72016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Language Data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272016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$5–$40/hr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631936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Wycliffe/XRI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universal across all sites. 1 adapts to the local language — the doorway for partnership with Wycliffe Vision 2025.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entities. One mission. Shared ownership.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legal architecture that protects the mission and empowers the workers — modeled after BRAC, Grameen, and Karya.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539496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(501c3)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Refugio Digital Foundation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of the mission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educational programs in the field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tax-deductible grants and donations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Blueprint and runs bootcamps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theological and ethical integrity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560320"/>
            <a:ext cx="5394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2560320"/>
            <a:ext cx="5394960" cy="548640"/>
          </a:xfrm>
          <a:prstGeom prst="rect">
            <a:avLst/>
          </a:prstGeom>
          <a:solidFill>
            <a:srgbClr val="2E5A9F"/>
          </a:solidFill>
          <a:ln w="12700">
            <a:solidFill>
              <a:srgbClr val="2E5A9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6700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FOR-PROFIT (LLC)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Refugio Digital Enterprises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46520" y="379476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of economic empowerment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BAM businesses (data, services, products)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 adults 18+ in local communities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across four member classes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 revenue and real profits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86000" y="6126480"/>
            <a:ext cx="7589520" cy="5029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86000" y="619048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BY A DOCUMENTED SERVICE AGREEMENT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participant is an owner.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LLC has four classes of members. Workers hold the majority. The mission is protected. Everyone shares in what is built.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3464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28346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employees of the for-profit. Vested over time. Majority of voting power.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6517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283464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0332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Graduates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03320" y="416052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3434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of the education program who don't work for the enterprise. Pooled allocation.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6517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83464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52360" y="28346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Missionaries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416052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3434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missionary partners who host a site. Recognition of their permanence and context.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89720" y="26517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64040" y="283464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332720" y="28346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46404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64040" y="416052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43434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donors and mission investors. Initial capital, long-term mission protection.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1106424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 hold 51% of the votes. The mission cannot drift because those who build it own 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prototype sites in 36 months.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0332720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0–18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Haiti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Orphanage prototype. Marcos as co-creator.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Latin America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a local missionary using the Blueprint.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18–30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/ Asia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replication. Different continent, language, culture.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24–36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10/40 Window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Access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Restricted-access nation. BAM as legitimate identity.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394960"/>
            <a:ext cx="137160" cy="1234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YEAR 4: THE BLUEPRINT V1.0 IS PUBLISHED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852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5 and 6 are born without Marcos's direct involvement — missionaries download the Blueprint, adapt it to their context, and send reports back to the Network.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sustainable model, not perpetual charity.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LAB — REVENUE PROJECTION (18 MONTHS)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2316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FUNDING STREAMS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24231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Grants &amp; Donations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0" y="2880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W.K. Kellogg, AWS Imagine, OpenAI Foundation, National Christian Foundation, Maclellan, Tyndale House, church sponsors.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583680" y="35661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749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Revenue (BAM)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0" y="4023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Creole language data for Sigma.AI &amp; Wycliffe, freelance services, client work through Elevon AI network.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583680" y="47091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8920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from Elevon AI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15200" y="5166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"Social Impact CAIO" tier: 5–10% of CAIO contracts allocated to the Refugio Digital network.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NEEDED FOR HAITI LAB + FIRST REPLICATION: ~$200,000 OVER 24 MONTHS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PERSON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rare convergence.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people in this generation sit at the intersection of these four competencies. Marcos Socorro does.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486400" cy="1508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290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Practitioner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3794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CAIO. Builds multi-agent systems for paying clients daily. OpenClaw architecture.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3108960"/>
            <a:ext cx="5486400" cy="1508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290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Ordained Pastor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315200" y="3794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El Refugio del Rancho in Miami. Trained in theology. Holistic mission conviction.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5486400" cy="1508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206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5029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in Haiti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45920" y="54864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relationship with the orphanage. Real field experience, not theory.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800600"/>
            <a:ext cx="5486400" cy="1508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1206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5029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Author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315200" y="54864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Biblia de la AI para la PYME." Spanish-speaking platform. Podcast with real audience.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self-promotion. This is pattern recognition.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build this together.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now. Whoever plants in this season builds an advantage that will last a decade.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803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the Lab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$50K–$200K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for Haiti operations and the first replication site. Deductible through our 501(c)(3).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8803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a Scholar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70332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$100/month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70332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0332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one student's training, equipment, internet, and mentorship for a full year.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936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8803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a Site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58368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field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58368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58368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Missionary partners in poor communities where you already serve. Become a Network site.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18972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18972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88036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640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Network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46404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Expertise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6404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46404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Technologists, pastors, and BAM practitioners who want to mentor, teach, or build.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48640" y="6400800"/>
            <a:ext cx="1106424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64282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Socorro  ·  Elevon AI  ·  marcos@elevonai.com  ·  refugiodigital.org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«Let the little children come to Me,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do not forbid them;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of such is the kingdom of heaven.»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Matthew 19:14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22860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children are already there.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exist. The mission is clear.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remains is to begin.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 Deo Gloria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Refugio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Refugio Digital — Last-Gen Tools for the Great Commission</dc:title>
  <dc:subject>PptxGenJS Presentation</dc:subject>
  <dc:creator>Marcos Socorro / Elevon AI</dc:creator>
  <cp:lastModifiedBy>Marcos Socorro / Elevon AI</cp:lastModifiedBy>
  <cp:revision>1</cp:revision>
  <dcterms:created xsi:type="dcterms:W3CDTF">2026-04-13T01:52:51Z</dcterms:created>
  <dcterms:modified xsi:type="dcterms:W3CDTF">2026-04-13T01:52:51Z</dcterms:modified>
</cp:coreProperties>
</file>